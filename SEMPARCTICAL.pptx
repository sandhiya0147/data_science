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576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9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67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05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99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45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75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6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28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138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3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45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9E7AC-9C92-4045-9E6B-8572A91E88AE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6B1F2-83D9-470F-9246-DF686C5556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5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2" y="530087"/>
            <a:ext cx="10336695" cy="1497495"/>
          </a:xfrm>
        </p:spPr>
      </p:pic>
      <p:sp>
        <p:nvSpPr>
          <p:cNvPr id="5" name="TextBox 4"/>
          <p:cNvSpPr txBox="1"/>
          <p:nvPr/>
        </p:nvSpPr>
        <p:spPr>
          <a:xfrm>
            <a:off x="1842053" y="3551583"/>
            <a:ext cx="8905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Algerian" panose="04020705040A02060702" pitchFamily="82" charset="0"/>
              </a:rPr>
              <a:t>INDUSTRIAL TRAINING/INTERNSHIP-2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58817" y="4956312"/>
            <a:ext cx="7752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 smtClean="0">
                <a:latin typeface="Bahnschrift Condensed" panose="020B0502040204020203" pitchFamily="34" charset="0"/>
              </a:rPr>
              <a:t>PYTHON FULL STACK DEVELOPMENT</a:t>
            </a:r>
            <a:endParaRPr lang="en-IN" sz="40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33392" y="5963478"/>
            <a:ext cx="1669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04/12/2024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466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612913" y="487156"/>
            <a:ext cx="10515600" cy="6370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500" dirty="0"/>
              <a:t>A Python full stack developer is a professional who creates web applications by working on both the front-end and back-end of a website or application:</a:t>
            </a:r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Front-end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GB" dirty="0"/>
              <a:t>The client-side of the application, which users see. Python full stack developers use technologies like HTML, CSS, and JavaScript, often with frameworks like React or Angular.</a:t>
            </a:r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Back-end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GB" dirty="0"/>
              <a:t>The server-side of the application, which includes the server and database. Python full stack developers use Python for server-side tasks. 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60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4" y="513117"/>
            <a:ext cx="11529392" cy="583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9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57" y="0"/>
            <a:ext cx="11516139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39617" y="4492488"/>
            <a:ext cx="15902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29.07.2024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2974" y="4465984"/>
            <a:ext cx="139147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07.08.2024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470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Algerian</vt:lpstr>
      <vt:lpstr>Arial</vt:lpstr>
      <vt:lpstr>Bahnschrift Condensed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2024-12-04T05:37:12Z</dcterms:created>
  <dcterms:modified xsi:type="dcterms:W3CDTF">2024-12-04T07:37:45Z</dcterms:modified>
</cp:coreProperties>
</file>